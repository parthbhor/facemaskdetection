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Mask Detection System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Step-by-Step Running Guide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463040" cy="347472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2834640"/>
            <a:ext cx="1463040" cy="347472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02736" y="2834640"/>
            <a:ext cx="1463040" cy="347472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75504" y="2834640"/>
            <a:ext cx="1463040" cy="347472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48272" y="2834640"/>
            <a:ext cx="1463040" cy="347472"/>
          </a:xfrm>
          <a:prstGeom prst="rect">
            <a:avLst/>
          </a:prstGeom>
          <a:solidFill>
            <a:srgbClr val="EF476F">
              <a:alpha val="25000"/>
            </a:srgbClr>
          </a:solidFill>
          <a:ln w="12700">
            <a:solidFill>
              <a:srgbClr val="EF476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Binary Classifier  ·  Web Scraping  ·  Flask Web App  ·  CSV 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data collection to web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08760" cy="256032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508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🕷️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Kaggle Dataset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46504" y="2350008"/>
            <a:ext cx="914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22402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65376" y="1097280"/>
            <a:ext cx="1508760" cy="256032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65376" y="1097280"/>
            <a:ext cx="150876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8296" y="1280160"/>
            <a:ext cx="502920" cy="50292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6829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65376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65376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65376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100×100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[0,1]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350008"/>
            <a:ext cx="914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402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02152" y="1097280"/>
            <a:ext cx="1508760" cy="256032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02152" y="1097280"/>
            <a:ext cx="1508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5072" y="1280160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02152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02152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02152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Keras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Crossentropy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0056" y="2350008"/>
            <a:ext cx="914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22402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38928" y="1097280"/>
            <a:ext cx="1508760" cy="256032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38928" y="1097280"/>
            <a:ext cx="15087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41848" y="1280160"/>
            <a:ext cx="502920" cy="50292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4184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138928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138928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Testing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38928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56832" y="2350008"/>
            <a:ext cx="914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02552" y="22402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75704" y="1097280"/>
            <a:ext cx="1508760" cy="2560320"/>
          </a:xfrm>
          <a:prstGeom prst="rect">
            <a:avLst/>
          </a:prstGeom>
          <a:solidFill>
            <a:srgbClr val="213448"/>
          </a:solidFill>
          <a:ln w="12700">
            <a:solidFill>
              <a:srgbClr val="EF476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75704" y="1097280"/>
            <a:ext cx="150876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78624" y="1280160"/>
            <a:ext cx="502920" cy="502920"/>
          </a:xfrm>
          <a:prstGeom prst="ellipse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8624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75704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775704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Deployment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75704" y="2880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HTML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scrape_data.py  →  train.py  →  test.py  →  app.py  +  index.html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Detailed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view of all modules and data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" y="914400"/>
            <a:ext cx="1828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109728" y="9144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14400"/>
            <a:ext cx="18288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🕷️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Scraper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+ Google Images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91440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914400"/>
            <a:ext cx="18288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1316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with/without mask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3400" y="91440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914400"/>
            <a:ext cx="18288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1316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Folder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1591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with_mask/ + without_mask/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0280" y="1389888"/>
            <a:ext cx="13716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235708" y="12801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0" y="1389888"/>
            <a:ext cx="13716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201668" y="12801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9728" y="2103120"/>
            <a:ext cx="18288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 rot="16200000">
            <a:off x="109728" y="210312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210312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103120"/>
            <a:ext cx="182880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imread + resize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77440" y="210312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77440" y="2103120"/>
            <a:ext cx="182880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37744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7744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 /255.0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43400" y="210312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43400" y="2103120"/>
            <a:ext cx="182880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✂️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34340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Train/Test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4340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split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2103120"/>
            <a:ext cx="1828800" cy="96012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2103120"/>
            <a:ext cx="182880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30936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flip,rotate,zoom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40280" y="2578608"/>
            <a:ext cx="13716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2235708" y="24688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06240" y="2578608"/>
            <a:ext cx="13716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201668" y="24688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72200" y="2578608"/>
            <a:ext cx="13716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6167628" y="24688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325880" y="3063240"/>
            <a:ext cx="0" cy="228600"/>
          </a:xfrm>
          <a:prstGeom prst="line">
            <a:avLst/>
          </a:prstGeom>
          <a:noFill/>
          <a:ln w="19050">
            <a:solidFill>
              <a:srgbClr val="FFD166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1261872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</a:rPr>
              <a:t>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9728" y="3429000"/>
            <a:ext cx="18288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 rot="16200000">
            <a:off x="109728" y="3429000"/>
            <a:ext cx="182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CNN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" y="3429000"/>
            <a:ext cx="137160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11480" y="3429000"/>
            <a:ext cx="13716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🔷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1148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Conv+ReLU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×4 Blocks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874520" y="3429000"/>
            <a:ext cx="137160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874520" y="3429000"/>
            <a:ext cx="13716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7452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⬇️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87452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MaxPool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 ↓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37560" y="3429000"/>
            <a:ext cx="137160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37560" y="3429000"/>
            <a:ext cx="13716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756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333756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Flatten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Dense(256)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00600" y="3429000"/>
            <a:ext cx="137160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800600" y="3429000"/>
            <a:ext cx="13716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060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480060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 / 0.3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63640" y="3429000"/>
            <a:ext cx="137160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263640" y="3429000"/>
            <a:ext cx="137160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26364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Sigmoid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726680" y="3429000"/>
            <a:ext cx="1280160" cy="10058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726680" y="3429000"/>
            <a:ext cx="12801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7266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772668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mask_detector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.h5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828800" y="3931920"/>
            <a:ext cx="457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1778508" y="3822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91840" y="3931920"/>
            <a:ext cx="457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3241548" y="3822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754880" y="3931920"/>
            <a:ext cx="457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87" name="Text 85"/>
          <p:cNvSpPr/>
          <p:nvPr/>
        </p:nvSpPr>
        <p:spPr>
          <a:xfrm>
            <a:off x="4704588" y="3822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217920" y="3931920"/>
            <a:ext cx="457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67628" y="3822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680960" y="3931920"/>
            <a:ext cx="4572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7630668" y="38221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Model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Convolutional Blocks → Flatten → Dense → Sigmoid Output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" y="960120"/>
            <a:ext cx="85953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100×100×3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784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41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960120"/>
            <a:ext cx="859536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928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385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38528" y="960120"/>
            <a:ext cx="859536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385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385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50×50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072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529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52928" y="960120"/>
            <a:ext cx="859536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529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529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216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673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67328" y="960120"/>
            <a:ext cx="859536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673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673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360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817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81728" y="960120"/>
            <a:ext cx="859536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🔷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817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04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961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8B5CF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96128" y="960120"/>
            <a:ext cx="859536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5961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961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12×12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648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105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510528" y="960120"/>
            <a:ext cx="85953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🔷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105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105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BN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79208" y="1581912"/>
            <a:ext cx="82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→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24928" y="960120"/>
            <a:ext cx="859536" cy="1463040"/>
          </a:xfrm>
          <a:prstGeom prst="rect">
            <a:avLst/>
          </a:prstGeom>
          <a:solidFill>
            <a:srgbClr val="213448"/>
          </a:solidFill>
          <a:ln w="12700">
            <a:solidFill>
              <a:srgbClr val="7C3AED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24928" y="960120"/>
            <a:ext cx="85953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24928" y="10698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24928" y="14630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24928" y="201168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9728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09728" y="2743200"/>
            <a:ext cx="1115568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9728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📏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09728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9728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4608 nodes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243584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16736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316736" y="2743200"/>
            <a:ext cx="111556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16736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316736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316736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450592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523744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523744" y="2743200"/>
            <a:ext cx="111556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23744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2523744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523744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657600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730752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730752" y="2743200"/>
            <a:ext cx="111556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30752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3730752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730752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864608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937760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937760" y="2743200"/>
            <a:ext cx="111556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37760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4937760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937760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071616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44768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EF476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144768" y="2743200"/>
            <a:ext cx="111556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44768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6144768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144768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278624" y="3246120"/>
            <a:ext cx="9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</a:rPr>
              <a:t>→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351776" y="2743200"/>
            <a:ext cx="1115568" cy="1371600"/>
          </a:xfrm>
          <a:prstGeom prst="rect">
            <a:avLst/>
          </a:prstGeom>
          <a:solidFill>
            <a:srgbClr val="213448"/>
          </a:solidFill>
          <a:ln w="12700">
            <a:solidFill>
              <a:srgbClr val="EF476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351776" y="2743200"/>
            <a:ext cx="111556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51776" y="28346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97" name="Text 95"/>
          <p:cNvSpPr/>
          <p:nvPr/>
        </p:nvSpPr>
        <p:spPr>
          <a:xfrm>
            <a:off x="7351776" y="32004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7351776" y="36301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0=mask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1=no mask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09728" y="4434840"/>
            <a:ext cx="8924544" cy="347472"/>
          </a:xfrm>
          <a:prstGeom prst="rect">
            <a:avLst/>
          </a:prstGeom>
          <a:solidFill>
            <a:srgbClr val="1B2A3D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9728" y="4434840"/>
            <a:ext cx="8924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Binary Crossentropy   ·   Optimizer: Adam (lr=0.001)   ·   Metric: Accuracy   ·   Saved: mask_detector.h5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 Module  —  scrape_data.py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image scraping from Google Images + Bing Images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20040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Bing Scraper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(no browser)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JSON murl fields from HTML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Paginates via 'first' offset param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images per page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User-Agent headers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HTTP errors gracefully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3840480" cy="320040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38404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Google Scraper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headless Chrome driver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Auto-scrolls to load more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thumbnails → full-res URL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fallback on page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ChromeDriverManager (auto-install)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driver across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Validation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bytes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46504" y="451713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19656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PIL.verify()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451713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73552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50×50 px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296" y="451713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7448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dedup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08192" y="451713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81344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convert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62088" y="4517136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0"/>
                </a:solidFill>
              </a:rPr>
              <a:t>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4498848"/>
            <a:ext cx="1371600" cy="347472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498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.jpg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Web Application Architecture  —  app.py + index.html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 + Single-page frontend with real-time inference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560320" cy="347472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560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Browser (index.html)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(drag &amp; drop)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Mask button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+ confidence bars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value display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log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button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731520" cy="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01568" y="1737360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2834640"/>
            <a:ext cx="73152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6243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0440" y="914400"/>
            <a:ext cx="2743200" cy="347472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91440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⚗️  Flask API (app.py)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1417320"/>
            <a:ext cx="2560320" cy="475488"/>
          </a:xfrm>
          <a:prstGeom prst="rect">
            <a:avLst/>
          </a:prstGeom>
          <a:solidFill>
            <a:srgbClr val="1B2A3D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453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1664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index.html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11880" y="1975104"/>
            <a:ext cx="2560320" cy="475488"/>
          </a:xfrm>
          <a:prstGeom prst="rect">
            <a:avLst/>
          </a:prstGeom>
          <a:solidFill>
            <a:srgbClr val="1B2A3D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116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check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11880" y="2532888"/>
            <a:ext cx="2560320" cy="475488"/>
          </a:xfrm>
          <a:prstGeom prst="rect">
            <a:avLst/>
          </a:prstGeom>
          <a:solidFill>
            <a:srgbClr val="1B2A3D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569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27797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inference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11880" y="3090672"/>
            <a:ext cx="2560320" cy="475488"/>
          </a:xfrm>
          <a:prstGeom prst="rect">
            <a:avLst/>
          </a:prstGeom>
          <a:solidFill>
            <a:srgbClr val="1B2A3D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127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/api/download_csv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3375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predictions log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118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log → predictions_log.csv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2286000"/>
            <a:ext cx="64008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057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39712" y="2194560"/>
            <a:ext cx="137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0" y="914400"/>
            <a:ext cx="2011680" cy="347472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0" y="91440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Keras Model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1389888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mask_detector.h5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100×100×3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preprocess_pil()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model.predict()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→ prob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confidence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Running Guide  —  Part 1: Setup &amp;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1041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104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850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Requirements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143000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43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TF, Keras, OpenCV, Flask, Selenium, BeautifulSoup, requests, Pillow, scikit-learn, seaborn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755648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55648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98882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9888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PyTorch (GPU optional)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121408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121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 torchvision  (CPU)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visit pytorch.org for GPU build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18470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only needed if you switch to PyTorch backend. TensorFlow version works out of the box.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734056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34056"/>
            <a:ext cx="54864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967228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967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 Data — Both Classes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3099816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0998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python scrape_data.py --source bing --limit 300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282549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500 images each for with_mask and without_mask. Uses Bing (requests) + Google (Selenium).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3712464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12464"/>
            <a:ext cx="54864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945636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9456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Use Kaggle Dataset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078224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0782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Place images manually: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dataset/with_mask/   dataset/without_mask/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380390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kaggle.com/datasets/omkargurav/face-mask-dataset and organize into subfolders.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Running Guide  —  Part 2: Train, Test &amp; Deploy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54864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0104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104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850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the CNN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143000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43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python train.py --epochs 30 --batch 64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868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for up to 25 epochs with EarlyStopping. Saves mask_detector.h5, training_plot.png, confusion_matrix.png.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755648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55648"/>
            <a:ext cx="54864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988820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9888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 Single Image (CLI)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121408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121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test.py --input "D:/path/to/photo.jpg"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 appended to results.csv automatically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18470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image (100×100, normalize), runs inference, shows sigmoid output and both class probabilities.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734056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EF476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34056"/>
            <a:ext cx="54864" cy="8686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967228"/>
            <a:ext cx="402336" cy="40233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967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Flask Web Application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3099816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0998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browser: http://localhost:5000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282549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index.html + REST API. Pre-loads model on startup. Handles 16 MB max upload.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3712464"/>
            <a:ext cx="8778240" cy="86868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12464"/>
            <a:ext cx="54864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3945636"/>
            <a:ext cx="402336" cy="40233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9456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Web Interface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078224"/>
            <a:ext cx="5029200" cy="384048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0782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Drag &amp; drop or browse for an image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Click 'Detect Mask'  →  Download CSV log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380390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verdict, raw sigmoid output, confidence bars, session history. CSV log saved to results/ folder.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File Structure &amp;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114800" cy="4251960"/>
          </a:xfrm>
          <a:prstGeom prst="rect">
            <a:avLst/>
          </a:prstGeom>
          <a:solidFill>
            <a:srgbClr val="213448"/>
          </a:solidFill>
          <a:ln w="12700">
            <a:solidFill>
              <a:srgbClr val="2E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D:/python/Facemaskdetect/files/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scrape_data.py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2984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train.py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5453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test.py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app.py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039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index.html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requirements.txt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532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💾 mask_detector.h5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7797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📊 training_plot.png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30266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📊 confusion_matrix.png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2735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dataset/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📁 with_mask/    (imgs)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7673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📁 without_mask/ (imgs)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40142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results/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2611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predictions_log.csv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713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51560"/>
            <a:ext cx="5029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088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/ Kaggle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12710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Sources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92240" y="1453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1636776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636776"/>
            <a:ext cx="50292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scrape_data.py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1856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+ Validate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92240" y="20391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221992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7FA8C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221992"/>
            <a:ext cx="50292" cy="402336"/>
          </a:xfrm>
          <a:prstGeom prst="rect">
            <a:avLst/>
          </a:prstGeom>
          <a:solidFill>
            <a:srgbClr val="7FA8C0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258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2441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2624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2807208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807208"/>
            <a:ext cx="50292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843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1728" y="30266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+ Train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92240" y="3209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3392424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0" y="3392424"/>
            <a:ext cx="50292" cy="4023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429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mask_detector.h5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81728" y="3611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92240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0" y="3977640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EF476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3977640"/>
            <a:ext cx="50292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4014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test.py / app.py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81728" y="41970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4379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0"/>
                </a:solidFill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0" y="4562856"/>
            <a:ext cx="4297680" cy="402336"/>
          </a:xfrm>
          <a:prstGeom prst="rect">
            <a:avLst/>
          </a:prstGeom>
          <a:solidFill>
            <a:srgbClr val="1B2A3D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4562856"/>
            <a:ext cx="50292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81728" y="4599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results.csv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81728" y="4782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— All Commands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commands for every stage of the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96112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96112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1 — Install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35024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53312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81528" y="896112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896112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🕷️  2 — Scrape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335024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1353312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 --source bing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 --limit 300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0176" y="896112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0176" y="896112"/>
            <a:ext cx="278892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987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3 — Train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3328" y="1335024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353312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--epochs 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--batch 64 --lr 0.0005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834640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834640"/>
            <a:ext cx="278892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4 — Test Image (CLI)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273552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291840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test.py --input photo.jpg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test.py --input photo.jpg --output out.csv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81528" y="2834640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EF476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81528" y="2834640"/>
            <a:ext cx="278892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5 — Run Web 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3273552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1256" y="3291840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Open: http://localhost:5000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0176" y="2834640"/>
            <a:ext cx="2788920" cy="1828800"/>
          </a:xfrm>
          <a:prstGeom prst="rect">
            <a:avLst/>
          </a:prstGeom>
          <a:solidFill>
            <a:srgbClr val="213448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0176" y="2834640"/>
            <a:ext cx="27889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6 — Scrape Options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53328" y="3273552"/>
            <a:ext cx="2642616" cy="128016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3291840"/>
            <a:ext cx="2569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 --class with_mask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 --mode replace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scrape_data.py --delay 2.0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System — Architecture</dc:title>
  <dc:subject>PptxGenJS Presentation</dc:subject>
  <dc:creator>PptxGenJS</dc:creator>
  <cp:lastModifiedBy>PptxGenJS</cp:lastModifiedBy>
  <cp:revision>1</cp:revision>
  <dcterms:created xsi:type="dcterms:W3CDTF">2026-03-01T13:00:44Z</dcterms:created>
  <dcterms:modified xsi:type="dcterms:W3CDTF">2026-03-01T13:00:44Z</dcterms:modified>
</cp:coreProperties>
</file>